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yJEW4ITumKC6XK1jLtSzRgW7+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3 – Lesson 1: People &amp; Family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人・男・女・子・友・母・父・名・生・先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Objectives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Reinforce possession, description, and existence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Build recognition of core identity kanji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Warm-Up Review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あなたの家族は何人ですか。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四人です。父と母と姉と私です。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お父さんは何をしますか。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先生です。学校で英語を教えます。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Kanji Breakdown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人 – ひと / じん・にん – person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男 – おとこ / だん – man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女 – おんな / じょ – woman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子 – こ / し – child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友 – とも – friend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母 – はは / ぼ – mother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父 – ちち / ふ – father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名 – な / めい – name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生 – せい / う(まれる) – life, birth</a:t>
            </a:r>
            <a:endParaRPr sz="24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先 – せん / さき – ahead, previous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Vocabulary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友だち – friend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先生 – teacher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名前 – name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母の日 – Mother’s Day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父の日 – Father’s Day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人生 – life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1 – Talking About Family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家族は何人ですか。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五人です。父と母と兄と妹と私です。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お父さんは何をしますか。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会社で働きます。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母は先生です。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2 – Describing Friends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友だちはどんな人ですか。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やさしい人です。日本語が上手です。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学生ですか。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はい、学生です。東京の大学に行きます。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3 – Introducing Yourself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はじめまして。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はじめまして。私は田中です。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お名前は何ですか。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山川です。よろしくお願いします。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4 – Talking About Life &amp; Work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お父さんは何をしていますか。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会社で働いています。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お母さんは？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家で仕事をします。毎日</a:t>
            </a:r>
            <a:r>
              <a:rPr lang="en-US"/>
              <a:t>忙しい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です。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5 – Talking About Teachers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先生はどんな人ですか。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まじめでやさしい人です。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学生は何人ですか。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B: 二十人です。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Roleplay Prompts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Introduce your family to a new Japanese friend.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Talk about your parents’ jobs.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Describe what your best friend is like.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Introduce yourself politely to a teacher.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Ask your classmate about their family.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Drill Set 1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私の＿＿は先生です。 (父 / 友 / 生)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田中さんの＿＿は何ですか。 (人生 / 名前 / 子)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＿＿は東京で働きます。 (母 / 学生 / 子)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Drill Set 2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あの＿＿は学生です。 (男の人 / 母 / 父)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＿＿は日本語の先生です。 (友だち / 人生 / 学生)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お＿＿はやさしいですか。 (母 / 名前 / 子ども)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Drill Set 3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＿＿だちはどんな人ですか。 (友 / 父 / 子)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お母さんは何を＿＿か。 (します / 行きます / 食べます)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私の＿＿は学生です。 (友だち / 男 / 先生)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Practiced family and people vocabulary with N5 kanji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Reinforced description and identity structures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Built recognition of key 'people' kanji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